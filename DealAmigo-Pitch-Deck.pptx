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9936" y="777240"/>
            <a:ext cx="1024128" cy="1024128"/>
          </a:xfrm>
          <a:prstGeom prst="ellipse">
            <a:avLst/>
          </a:prstGeom>
          <a:solidFill>
            <a:srgbClr val="EEF5F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051560"/>
            <a:ext cx="512064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659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DealAmigo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salesman that bargains like a human — and never crosses the owner.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dealamigo-seven.vercel.app</a:t>
            </a:r>
            <a:pPr algn="ctr" indent="0" marL="0">
              <a:buNone/>
            </a:pPr>
            <a:r>
              <a:rPr lang="en-US" sz="125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Code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github.com/sanjayrahulcodes/dealamigo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·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sale at a small shop is a negotiation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362456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Bargaining is the buying process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33272" y="1636776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haggle over WhatsApp and at the counter — in Hindi, Telugu, Tamil, or all three mixed. A fixed-price bot ends the conversation.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496312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877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2441448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owner knows the real floor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33272" y="2715768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 price can move lives in the owner's head — and the owner can't be in every chat, every evening, all season.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575304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6674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3272" y="3520440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leaks, sales walk away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33272" y="3794760"/>
            <a:ext cx="436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either hold firm and lose the customer, or concede too much — with no record of how the final price was reached.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806440" y="1417320"/>
            <a:ext cx="2834640" cy="3063240"/>
          </a:xfrm>
          <a:prstGeom prst="roundRect">
            <a:avLst>
              <a:gd name="adj" fmla="val 2903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806440" y="17830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5C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63M+</a:t>
            </a:r>
            <a:endParaRPr lang="en-US" sz="6000" dirty="0"/>
          </a:p>
        </p:txBody>
      </p:sp>
      <p:sp>
        <p:nvSpPr>
          <p:cNvPr id="18" name="Text 13"/>
          <p:cNvSpPr/>
          <p:nvPr/>
        </p:nvSpPr>
        <p:spPr>
          <a:xfrm>
            <a:off x="6053328" y="278892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small businesses in India sell this way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53328" y="361188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chatbots don't fit how they actually sell.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salesman in software — storefront, chat &amp; deal in one link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316736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customer's language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33272" y="1591056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Telugu, Tamil or English — script and tone mirrored, strictly one language at a time.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591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2212848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Negotiates step by step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33272" y="2487168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Concedes one owner-defined step at a time, each with a stated reason: bulk, advance payment, pickup.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163824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5526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3272" y="310896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Owner-set hard floor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33272" y="3383280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for approval the moment a request crosses the owner's limits — never silently.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059936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5137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3272" y="4005072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33272" y="4279392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Letterheaded receipt, then delivery or store pickup — handed off straight into WhatsApp.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31536" y="1316736"/>
            <a:ext cx="3264408" cy="357530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C:\Users\HP\AppData\Local\Temp\claude\D--ClaudeCode\be1e2f62-e7ab-4089-bab6-6938624947f4\scratchpad\shots\c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71600"/>
            <a:ext cx="3154680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bargains like a human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4270248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HP\AppData\Local\Temp\claude\D--ClaudeCode\be1e2f62-e7ab-4089-bab6-6938624947f4\scratchpad\shots\c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16052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83480" y="1371600"/>
            <a:ext cx="36576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12080" y="1463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mirrored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173736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Romanized Hindi in, romanized Hindi out — “bhai” gets “bhai”, “sir” gets “sir”.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578608"/>
            <a:ext cx="36576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670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step, one reason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12080" y="294436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→ ₹56.4 only after push-back, framed as a considered trade for the bulk order — never a free drop.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83480" y="3785616"/>
            <a:ext cx="36576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3877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picks the number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12080" y="4151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the model is told the single next price it may offer. Everything else it says is language, not math.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LANGUAGE AND NUMBERS ARE SPLIT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agent, not a chatbot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286000" cy="1389888"/>
          </a:xfrm>
          <a:prstGeom prst="roundRect">
            <a:avLst>
              <a:gd name="adj" fmla="val 5263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27632"/>
            <a:ext cx="365760" cy="365760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" y="2084832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language, any format — a price, a lump-sum total, a demand.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481328"/>
            <a:ext cx="2286000" cy="1389888"/>
          </a:xfrm>
          <a:prstGeom prst="roundRect">
            <a:avLst>
              <a:gd name="adj" fmla="val 5263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9272" y="1627632"/>
            <a:ext cx="365760" cy="365760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1907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60020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understands &amp; phrases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19272" y="2084832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(via OpenRouter) reads intent and writes the reply in the customer's language.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806440" y="1481328"/>
            <a:ext cx="2834640" cy="1389888"/>
          </a:xfrm>
          <a:prstGeom prst="roundRect">
            <a:avLst>
              <a:gd name="adj" fmla="val 5263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71032" y="1627632"/>
            <a:ext cx="365760" cy="365760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71907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16002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owns every number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971032" y="2084832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model's claimed action against floors, steps, quantity gates and stock — in code.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2761488" y="1938528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5413248" y="1938528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502920" y="3200400"/>
            <a:ext cx="2587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67512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concede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67512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allowed step only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73552" y="3200400"/>
            <a:ext cx="2587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3438144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+ bill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438144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rate, validated in code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044184" y="3200400"/>
            <a:ext cx="25877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6208776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owner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08776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floor, tiny order, big total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02920" y="42245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guarantee: </a:t>
            </a:r>
            <a:pPr indent="0" marL="0">
              <a:buNone/>
            </a:pPr>
            <a:r>
              <a:rPr lang="en-US" sz="1250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persuasive customer can talk to the model all day — it structurally cannot go below the owner's floor. The code even double-checks the model's arithmetic before any escalation or close.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owner stays in charge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40817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PIN-gated console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33272" y="1682496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only ever see the chat. The business console — limits, inventory, approvals — sits behind the owner's PIN.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060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33272" y="245973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Escalation, not improvisation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33272" y="2734056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Below-floor prices, orders under 5 units, or totals over the big-order limit pause the chat and go to the owner.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56616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3272" y="351129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decides the deal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33272" y="3785616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the agent closes it in the customer's language; reject and it politely holds the floor price. The exact economics are shown before you tap.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45736" y="2002536"/>
            <a:ext cx="3950208" cy="2112264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C:\Users\HP\AppData\Local\Temp\claude\D--ClaudeCode\be1e2f62-e7ab-4089-bab6-6938624947f4\scratchpad\shots\c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57400"/>
            <a:ext cx="384048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it up once — the agent sells exactly this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31673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whole world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33272" y="1591056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prices, stock, selling points — it can't invent items or promises beyond this table.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3552" y="137160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630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03904" y="131673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from your cap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03904" y="1591056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max discount; concession steps are computed from it — 15% cap → 6% / 10.5% / 15% floor.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44184" y="1371600"/>
            <a:ext cx="384048" cy="384048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4630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74536" y="1316736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feeds the letterhead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74536" y="1591056"/>
            <a:ext cx="207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WhatsApp brand the storefront, the agent's intro and every printed bill.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48056" y="2642616"/>
            <a:ext cx="8247888" cy="2276856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C:\Users\HP\AppData\Local\Temp\claude\D--ClaudeCode\be1e2f62-e7ab-4089-bab6-6938624947f4\scratchpad\shots\c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97480"/>
            <a:ext cx="8138160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CLOSED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handshake to receipt in one tap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8056" y="1271016"/>
            <a:ext cx="365760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HP\AppData\Local\Temp\claude\D--ClaudeCode\be1e2f62-e7ab-4089-bab6-6938624947f4\scratchpad\shots\c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3547872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25696" y="1271016"/>
            <a:ext cx="417880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DE5D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C:\Users\HP\AppData\Local\Temp\claude\D--ClaudeCode\be1e2f62-e7ab-4089-bab6-6938624947f4\scratchpad\shots\r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25880"/>
            <a:ext cx="406908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64515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— delivery or store pickup, straight into WhatsApp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480560" y="46451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Letterheaded receipt — list vs agreed rate, exactly as confirmed in chat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JUDGES CAN'T BREAK 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5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Guardrails enforced in code, not vibes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17904"/>
            <a:ext cx="347472" cy="347472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424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price floor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06424" y="175564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told one allowed next price per turn; its actions are re-validated server-side.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9744" y="1517904"/>
            <a:ext cx="347472" cy="347472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66944" y="14813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&amp; stock gates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266944" y="175564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units → owner approval. Below bulk minimum → list price only. Never promises stock it doesn't have.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670048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" y="2816352"/>
            <a:ext cx="347472" cy="347472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9864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06424" y="27797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double-check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06424" y="30540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catches the LLM mis-comparing numbers (“9.2 is below 8.5”) and corrects needless escalations.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670048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EEF5F0"/>
          </a:solidFill>
          <a:ln/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9744" y="2816352"/>
            <a:ext cx="347472" cy="347472"/>
          </a:xfrm>
          <a:prstGeom prst="ellipse">
            <a:avLst/>
          </a:prstGeom>
          <a:solidFill>
            <a:srgbClr val="0E5C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9864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66944" y="27797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billing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266944" y="30540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printed on the bill is the code-validated rate the customer confirmed — never the model's memory.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5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50" dirty="0">
                <a:solidFill>
                  <a:srgbClr val="6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 + one zero-dependency Node serverless function on Vercel · Gemini 2.5 Flash-Lite via OpenRouter (model-swappable) · Streamlit prototype in the same repo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Give every small shop a tireless salesman.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E5C46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2039112"/>
            <a:ext cx="365760" cy="365760"/>
          </a:xfrm>
          <a:prstGeom prst="ellipse">
            <a:avLst/>
          </a:prstGeom>
          <a:solidFill>
            <a:srgbClr val="E8A1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WhatsApp channel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0392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integration — the handoff links already point there.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83280" y="18745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E5C46"/>
          </a:solidFill>
          <a:ln/>
        </p:spPr>
      </p:sp>
      <p:sp>
        <p:nvSpPr>
          <p:cNvPr id="9" name="Shape 6"/>
          <p:cNvSpPr/>
          <p:nvPr/>
        </p:nvSpPr>
        <p:spPr>
          <a:xfrm>
            <a:off x="3547872" y="2039112"/>
            <a:ext cx="365760" cy="365760"/>
          </a:xfrm>
          <a:prstGeom prst="ellipse">
            <a:avLst/>
          </a:prstGeom>
          <a:solidFill>
            <a:srgbClr val="E8A1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30552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cloud store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47872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approves from any device; multi-deal queue.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18745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E5C46"/>
          </a:solidFill>
          <a:ln/>
        </p:spPr>
      </p:sp>
      <p:sp>
        <p:nvSpPr>
          <p:cNvPr id="14" name="Shape 10"/>
          <p:cNvSpPr/>
          <p:nvPr/>
        </p:nvSpPr>
        <p:spPr>
          <a:xfrm>
            <a:off x="6245352" y="2039112"/>
            <a:ext cx="365760" cy="365760"/>
          </a:xfrm>
          <a:prstGeom prst="ellipse">
            <a:avLst/>
          </a:prstGeom>
          <a:solidFill>
            <a:srgbClr val="E8A1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30552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payments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45352" y="2542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Voice-note haggling in, UPI payment links out.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dealamigo-seven.vercel.app</a:t>
            </a:r>
            <a:pPr algn="ctr" indent="0" marL="0">
              <a:buNone/>
            </a:pPr>
            <a:r>
              <a:rPr lang="en-US" sz="14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owner PIN for judges: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github.com/sanjayrahulcodes/dealamigo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DealAmigo — AI Sales Agent for Small Businesses</dc:title>
  <dc:subject>PptxGenJS Presentation</dc:subject>
  <dc:creator>DealAmigo</dc:creator>
  <cp:lastModifiedBy>DealAmigo</cp:lastModifiedBy>
  <cp:revision>1</cp:revision>
  <dcterms:created xsi:type="dcterms:W3CDTF">2026-07-03T13:50:09Z</dcterms:created>
  <dcterms:modified xsi:type="dcterms:W3CDTF">2026-07-03T13:50:09Z</dcterms:modified>
</cp:coreProperties>
</file>